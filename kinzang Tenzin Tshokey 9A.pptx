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6eabfc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6eabfc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6eabfcd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6eabfcd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6eabfcd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6eabfcd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6eabfc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b6eabfc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6eabfcd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6eabfc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b6eabfcd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b6eabfcd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6eabfcd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b6eabfcd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b6eabfcd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b6eabfcd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84475" y="1418275"/>
            <a:ext cx="8520600" cy="3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26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99175" y="728275"/>
            <a:ext cx="6214500" cy="24012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44">
                <a:latin typeface="Impact"/>
                <a:ea typeface="Impact"/>
                <a:cs typeface="Impact"/>
                <a:sym typeface="Impact"/>
              </a:rPr>
              <a:t>Quantum Computing</a:t>
            </a:r>
            <a:endParaRPr b="1" sz="5644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 </a:t>
            </a:r>
            <a:endParaRPr sz="4244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88200" y="3905800"/>
            <a:ext cx="5239500" cy="8946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Presenter: Kinzang Tenzin Tshokey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Class: 9A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63900" y="445025"/>
            <a:ext cx="7968300" cy="910500"/>
          </a:xfrm>
          <a:prstGeom prst="rect">
            <a:avLst/>
          </a:prstGeom>
          <a:solidFill>
            <a:srgbClr val="3C78D8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20">
                <a:latin typeface="Impact"/>
                <a:ea typeface="Impact"/>
                <a:cs typeface="Impact"/>
                <a:sym typeface="Impact"/>
              </a:rPr>
              <a:t>What is Quantum Computing? </a:t>
            </a:r>
            <a:endParaRPr sz="422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84475" y="1418275"/>
            <a:ext cx="8520600" cy="28083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">
                <a:solidFill>
                  <a:schemeClr val="dk1"/>
                </a:solidFill>
              </a:rPr>
              <a:t>few type of computing based on </a:t>
            </a:r>
            <a:r>
              <a:rPr b="1" lang="en">
                <a:solidFill>
                  <a:schemeClr val="dk1"/>
                </a:solidFill>
              </a:rPr>
              <a:t>quantum mechanics</a:t>
            </a:r>
            <a:endParaRPr b="1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>
                <a:solidFill>
                  <a:schemeClr val="dk1"/>
                </a:solidFill>
              </a:rPr>
              <a:t>Uses </a:t>
            </a:r>
            <a:r>
              <a:rPr b="1" lang="en">
                <a:solidFill>
                  <a:schemeClr val="dk1"/>
                </a:solidFill>
              </a:rPr>
              <a:t>quantum bits (qubits)</a:t>
            </a:r>
            <a:r>
              <a:rPr lang="en">
                <a:solidFill>
                  <a:schemeClr val="dk1"/>
                </a:solidFill>
              </a:rPr>
              <a:t> instead of classical bits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>
                <a:solidFill>
                  <a:schemeClr val="dk1"/>
                </a:solidFill>
              </a:rPr>
              <a:t>Unlike classical bits (0 or 1), qubits can be </a:t>
            </a:r>
            <a:r>
              <a:rPr b="1" lang="en">
                <a:solidFill>
                  <a:schemeClr val="dk1"/>
                </a:solidFill>
              </a:rPr>
              <a:t>0</a:t>
            </a:r>
            <a:r>
              <a:rPr lang="en">
                <a:solidFill>
                  <a:schemeClr val="dk1"/>
                </a:solidFill>
              </a:rPr>
              <a:t>A n</a:t>
            </a:r>
            <a:r>
              <a:rPr b="1" lang="en">
                <a:solidFill>
                  <a:schemeClr val="dk1"/>
                </a:solidFill>
              </a:rPr>
              <a:t>, 1, or both at the same time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05375" y="205800"/>
            <a:ext cx="8520600" cy="5727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Impact"/>
                <a:ea typeface="Impact"/>
                <a:cs typeface="Impact"/>
                <a:sym typeface="Impact"/>
              </a:rPr>
              <a:t>Technology Operation (Core Idea) </a:t>
            </a:r>
            <a:endParaRPr sz="422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17100" y="1017725"/>
            <a:ext cx="7603500" cy="3844800"/>
          </a:xfrm>
          <a:prstGeom prst="rect">
            <a:avLst/>
          </a:prstGeom>
          <a:gradFill>
            <a:gsLst>
              <a:gs pos="0">
                <a:srgbClr val="00D3E9"/>
              </a:gs>
              <a:gs pos="100000">
                <a:srgbClr val="045962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1. Qubits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Basic unit of quantum information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Can exist in multiple states at once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2. Superposition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qubit can represent </a:t>
            </a:r>
            <a:r>
              <a:rPr b="1" lang="en" sz="1500">
                <a:solidFill>
                  <a:schemeClr val="dk1"/>
                </a:solidFill>
              </a:rPr>
              <a:t>0 and 1 simultaneously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Increases computing power massively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3. Entanglement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Qubits become linked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Changing one instantly affects the other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4. Quantum Gates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Perform operations on qubits (like logic gates in classical computers)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50950" y="445025"/>
            <a:ext cx="8520600" cy="572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4495"/>
              <a:buFont typeface="Arial"/>
              <a:buNone/>
            </a:pPr>
            <a:r>
              <a:rPr b="1" lang="en" sz="3189"/>
              <a:t>How Quantum Computing Works (Simple Flow)</a:t>
            </a:r>
            <a:endParaRPr b="1" sz="3189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1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24375"/>
            <a:ext cx="8520600" cy="34896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Problem is encoded into qubits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Qubits enter superposition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3.Quantum operations are applied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4.Entanglement links qubits for complex processing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5.Measurement collapses result into a final answer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83775"/>
            <a:ext cx="8520600" cy="572700"/>
          </a:xfrm>
          <a:prstGeom prst="rect">
            <a:avLst/>
          </a:prstGeom>
          <a:gradFill>
            <a:gsLst>
              <a:gs pos="0">
                <a:srgbClr val="9EAFB8"/>
              </a:gs>
              <a:gs pos="100000">
                <a:srgbClr val="616D73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latin typeface="Impact"/>
                <a:ea typeface="Impact"/>
                <a:cs typeface="Impact"/>
                <a:sym typeface="Impact"/>
              </a:rPr>
              <a:t>Why It’s Powerful ?</a:t>
            </a:r>
            <a:endParaRPr sz="362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366625"/>
            <a:ext cx="8520600" cy="33216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Can process </a:t>
            </a:r>
            <a:r>
              <a:rPr b="1" lang="en" sz="2300">
                <a:solidFill>
                  <a:schemeClr val="dk1"/>
                </a:solidFill>
              </a:rPr>
              <a:t>many possibilities at once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Solves certain problems </a:t>
            </a:r>
            <a:r>
              <a:rPr b="1" lang="en" sz="2300">
                <a:solidFill>
                  <a:schemeClr val="dk1"/>
                </a:solidFill>
              </a:rPr>
              <a:t>much faster than classical computers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Especially strong in:</a:t>
            </a:r>
            <a:endParaRPr sz="2300">
              <a:solidFill>
                <a:schemeClr val="dk1"/>
              </a:solidFill>
            </a:endParaRPr>
          </a:p>
          <a:p>
            <a:pPr indent="-36369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Simulation</a:t>
            </a:r>
            <a:endParaRPr sz="2300">
              <a:solidFill>
                <a:schemeClr val="dk1"/>
              </a:solidFill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Optimizati</a:t>
            </a:r>
            <a:endParaRPr sz="2300">
              <a:solidFill>
                <a:schemeClr val="dk1"/>
              </a:solidFill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cryptography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100">
        <p:fade thruBlk="1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35050"/>
            <a:ext cx="7360200" cy="7560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56">
                <a:latin typeface="Impact"/>
                <a:ea typeface="Impact"/>
                <a:cs typeface="Impact"/>
                <a:sym typeface="Impact"/>
              </a:rPr>
              <a:t>Industry Impact</a:t>
            </a:r>
            <a:r>
              <a:rPr lang="en"/>
              <a:t>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3750" y="1069350"/>
            <a:ext cx="7218000" cy="36834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03">
                <a:solidFill>
                  <a:schemeClr val="dk1"/>
                </a:solidFill>
              </a:rPr>
              <a:t>1. Healthcare</a:t>
            </a:r>
            <a:endParaRPr b="1" sz="1403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Faster drug discovery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Protein folding simulations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03">
                <a:solidFill>
                  <a:schemeClr val="dk1"/>
                </a:solidFill>
              </a:rPr>
              <a:t>2. Finance</a:t>
            </a:r>
            <a:endParaRPr b="1" sz="1403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Better risk analysis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Portfolio optimization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03">
                <a:solidFill>
                  <a:schemeClr val="dk1"/>
                </a:solidFill>
              </a:rPr>
              <a:t>3. Cybersecurity</a:t>
            </a:r>
            <a:endParaRPr b="1" sz="1403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Breaks current encryption systems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Leads to new “quantum-safe” encryption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03">
                <a:solidFill>
                  <a:schemeClr val="dk1"/>
                </a:solidFill>
              </a:rPr>
              <a:t>4. Logistics &amp; Transport</a:t>
            </a:r>
            <a:endParaRPr b="1" sz="1403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Optimized delivery routes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Supply chain improvements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40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>
                <a:latin typeface="Impact"/>
                <a:ea typeface="Impact"/>
                <a:cs typeface="Impact"/>
                <a:sym typeface="Impact"/>
              </a:rPr>
              <a:t>Future Possibilities </a:t>
            </a:r>
            <a:endParaRPr sz="392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13300" y="1198700"/>
            <a:ext cx="8520600" cy="38448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Ultra-fast problem solving for global challenges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2.Advanced AI training and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3.Climate prediction with higher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4.Fully quantum internet (secure communication networks)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5.Medical breakthroughs (customized medicine)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7302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20">
                <a:latin typeface="Impact"/>
                <a:ea typeface="Impact"/>
                <a:cs typeface="Impact"/>
                <a:sym typeface="Impact"/>
              </a:rPr>
              <a:t>conclusion</a:t>
            </a:r>
            <a:endParaRPr sz="412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208375" y="1324525"/>
            <a:ext cx="8520600" cy="3208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Quantum computing is a </a:t>
            </a:r>
            <a:r>
              <a:rPr b="1" lang="en" sz="2500">
                <a:solidFill>
                  <a:schemeClr val="dk1"/>
                </a:solidFill>
              </a:rPr>
              <a:t>revolutionary technology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It is not replacing classical computers yet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It will solve problems currently impossible to compute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Ethical use and regulation will be critical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84475" y="1418275"/>
            <a:ext cx="8520600" cy="3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